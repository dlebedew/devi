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5A433-A4BC-4174-8302-2DDF23488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30DBF4-B311-4A17-9FA5-E0929450C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C012FB-269B-43BA-83ED-88239326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FB28B-B2C0-4CC7-804D-2EF95242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61D03C-B2D6-4928-8398-26747C09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46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0AFA6-2227-41BC-95BC-645D32D7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B49D1A-944A-47A9-BA5F-2105DD5A2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E41C07-11F9-401A-A813-A216C2592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F9B621-BDBF-4A5D-85C1-C043B53B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645762-08D7-42E6-AA03-478F9934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61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1102D-D8F1-4C7C-8891-3CD30346F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FAF437-AF9B-4B34-B2E8-787AF8566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598510-818C-4B25-A3C7-78FD986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7B844C-7CF2-4640-B1ED-2BEDAD6C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BA9F36-B659-4ADF-BA15-26B08700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52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4FB6F-BE3B-42A8-A6B6-C16EBFBF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8B9DD6-F5C3-40C6-B053-DC5235051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7A0F9E-0E90-4B70-AF41-1CE7AB3C4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51A116-F76E-4B8E-912B-CDED8525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6C9AE9-8B89-421E-9577-9342C103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08E7C4-146B-405D-9FB9-A13697B6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63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BF756-F9AC-4082-9319-36BA41FF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EF42D-3C62-44F6-A1D3-17A699FE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3F640D-12F2-4765-A70C-76BEABE99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53B51B-04E8-40AC-8713-BC4C1DBC3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1272E8B-98A8-4244-8708-5EBF539A5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503D26-4B6E-44A7-A0C6-45E24EB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CBBCBE-DAA1-4D5A-907A-8BF4D1F8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BEF795-DFCD-4DA5-BF19-217FEDD3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02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A8A0C-5CDA-42A9-8FC4-C7F894C2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4418D6A-2B00-4E75-9AB2-B786F168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7780A92-9A5D-4BC1-B226-070E9DA8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35D886-F6C2-48F1-A78F-E01162AB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13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237B6D-9FE0-4E2C-B658-7698341C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3172C4-5FB8-4683-BED7-3E096031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517533-B9DB-4219-920E-A08BA8A2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45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AB2F0-C23A-4160-BC42-DCF15FA8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1833B2-5D00-4CED-AFE2-C9DF8DCA9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A4EC5F-623C-41A8-BA56-1D24E0F2A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28F2B1-041C-48C4-8A69-B3EB24A2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D131F4-3594-4FC7-AA0E-0EC190B0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D1A5BA-4D6B-4525-B53A-FED0DE70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094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6FA6C-E319-4809-A23F-F3C4FCB5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A6D35E2-119C-42DD-98E7-2F088196D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3619EE-B766-466D-8FB2-1998A6420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C8E21F-5C03-4692-ABB5-818F39F6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89EB59-8141-480B-9C09-4EF5CA35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49EEF2-360F-43BD-8293-47C61FD0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20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AC666-0746-4F86-9C30-3A3373C1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817C64-E600-4B9A-A63B-C561A5D0F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4F84B8-D241-40CB-B89D-257146D9E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808A64-5F3E-4147-90A4-EAEC7DAE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F3F4FC-EA44-4834-BA8E-FD6CCCCA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78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60A786-AE1A-4E1E-9EB0-5CA23A898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59CB54-96E8-468B-AB5F-85B4A6966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50C0D2-592B-4AD3-83A6-C45CB534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80A74B-31ED-457E-BAB3-19181276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9396DC-BDFB-450E-A281-7661BF15C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95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D2155-5F20-4A04-8A3E-9CFEBFD3C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A8098F-FB8D-4F9F-B254-85F622F32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6DED35-6B72-46B1-B7DD-456A1868E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4A65C-0D17-46D1-BCE9-B5B4BABE5B99}" type="datetimeFigureOut">
              <a:rPr lang="ru-RU" smtClean="0"/>
              <a:t>07.03.2021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67C6A6-E201-402C-8F5D-F0FAF9A35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3A9FE6-A850-42FE-80A0-9678714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893B6-464E-4743-B9FB-46C7209B4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78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5FFB4-1842-4E26-BACB-22C7FFD3C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341C1C-5BB9-47D9-BD1C-E77617E0E5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 описаниям работ АЦП и РАЦП</a:t>
            </a:r>
          </a:p>
        </p:txBody>
      </p:sp>
    </p:spTree>
    <p:extLst>
      <p:ext uri="{BB962C8B-B14F-4D97-AF65-F5344CB8AC3E}">
        <p14:creationId xmlns:p14="http://schemas.microsoft.com/office/powerpoint/2010/main" val="216323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12524-BC56-4B3E-881A-BD46466E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770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DC2EB-3730-4C1C-95C1-4BC2827076F1}"/>
              </a:ext>
            </a:extLst>
          </p:cNvPr>
          <p:cNvSpPr txBox="1"/>
          <p:nvPr/>
        </p:nvSpPr>
        <p:spPr>
          <a:xfrm>
            <a:off x="981075" y="742832"/>
            <a:ext cx="10210800" cy="483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лабораторной работе АЦП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Нарисовать функциональную схему «простейшего» АЦП, состоящего из преобразователя амплитуды импульса во временной интервал, и устройств, преобразующих этот интервал в серию импульсов. Нарисуйте предполагаемые диаграммы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работы такого АЦП для двух амплитуд (на одном рисунке, сплошные линии и пунктир).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Нарисовать зависимость между амплитудой импульса и ее кодом (номером канала). Что такое коэффициент преобразования амплитуды в код, как он определяется?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Как изменяется зависимость коэффициента преобразования амплитуды в код от длительности импульса (явление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недозаряда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емкости памяти)?  Нарисовать качественно зависимость кода АЦП от длительности входного импульса.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0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8F490-5119-4C25-972F-638A7AFF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6B19D-B67E-4235-9671-9BE4279FC3A2}"/>
              </a:ext>
            </a:extLst>
          </p:cNvPr>
          <p:cNvSpPr txBox="1"/>
          <p:nvPr/>
        </p:nvSpPr>
        <p:spPr>
          <a:xfrm>
            <a:off x="733425" y="2508590"/>
            <a:ext cx="10725150" cy="337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Как работает АЦП при увеличении частоты следования анализируемых импульсов; чем (какими элементами) определяется  максимально допустимая частота следования импульсов, при которой в работе анализатора не происходит сбоев, объяснить причину нарушений нормальной работы анализатора при больших загрузках.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Как осуществить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блокировку входа АЦП на время преобразования и обработки информации в запоминающем устройстве. Нарисовать блок-схему и временные диаграммы. Чем определяется мертвое время анализатора без блокировки и с блокировкой?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5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F77CE-AC69-463B-B8D9-CEC4CD7B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69D7D-2CB6-4E12-A54D-C262BF20B88F}"/>
              </a:ext>
            </a:extLst>
          </p:cNvPr>
          <p:cNvSpPr txBox="1"/>
          <p:nvPr/>
        </p:nvSpPr>
        <p:spPr>
          <a:xfrm>
            <a:off x="1104900" y="2737158"/>
            <a:ext cx="10344150" cy="2526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лабораторной работе РАЦП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Нарисовать блок-схему и временные диаграммы для АЦП поразрядного взвешивания.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Что такое дифференциальная нелинейность, чем она определяется, в основном, в АЦП поразрядного взвешивания.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Нарисовать схему устройства для реализации метода статистического разравнивания.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89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ADB5-FFBB-492D-AA2A-7CB7743A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2FB9E-FBAC-4469-9273-6BCCEE86E87A}"/>
              </a:ext>
            </a:extLst>
          </p:cNvPr>
          <p:cNvSpPr txBox="1"/>
          <p:nvPr/>
        </p:nvSpPr>
        <p:spPr>
          <a:xfrm>
            <a:off x="485775" y="1690688"/>
            <a:ext cx="10991850" cy="4300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С помощью экспериментальных данных, полученных при отключенной схеме разравнивания, построить зависимость среднеквадратичного значения (СКЗ) и дифференциальной нелинейности от среднего значения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канале для выбранного участка спектра, на этот же график нанести зависимость 1/√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от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Для построения спектров и определения СКЗ использовать доступную программу (например,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ORIGIN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ДН определяется как отношение наибольшего отклонения от среднего в одном из каналов к среднему значению (максимальное отклонение можно определить по данным спектра – найти минимальное значение и максимальное). Пример спектра  в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ORIGIN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на рисунке.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Повторить п.9 для данных с включенной схемой разравнивания.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275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8D105-25C0-4E86-A18D-B8BB2392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E425DE-32B8-43F9-BCD3-5EC7F9AF6F9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0" y="2019300"/>
            <a:ext cx="463550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B44D0C-79F0-44E3-BDE2-EA6082715ACD}"/>
              </a:ext>
            </a:extLst>
          </p:cNvPr>
          <p:cNvSpPr txBox="1"/>
          <p:nvPr/>
        </p:nvSpPr>
        <p:spPr>
          <a:xfrm>
            <a:off x="1238250" y="5072262"/>
            <a:ext cx="8867775" cy="77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total	Mean	Standard Deviation	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	Minimum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Median	Maximum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	137	430,63504          87,3858	  58997	      57	    428	     853</a:t>
            </a:r>
          </a:p>
        </p:txBody>
      </p:sp>
    </p:spTree>
    <p:extLst>
      <p:ext uri="{BB962C8B-B14F-4D97-AF65-F5344CB8AC3E}">
        <p14:creationId xmlns:p14="http://schemas.microsoft.com/office/powerpoint/2010/main" val="1430387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385</Words>
  <Application>Microsoft Office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Лабораторная работа 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Vladimir Kaplin</dc:creator>
  <cp:lastModifiedBy>Vladimir Kaplin</cp:lastModifiedBy>
  <cp:revision>3</cp:revision>
  <dcterms:created xsi:type="dcterms:W3CDTF">2020-12-01T16:23:31Z</dcterms:created>
  <dcterms:modified xsi:type="dcterms:W3CDTF">2021-03-07T10:47:45Z</dcterms:modified>
</cp:coreProperties>
</file>